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E4A90F-9C1F-4152-A8FA-14A0C192AEC6}" v="347" dt="2026-05-02T05:51:47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-10800000" flipV="1">
            <a:off x="1524000" y="326265"/>
            <a:ext cx="9144000" cy="796098"/>
          </a:xfrm>
        </p:spPr>
        <p:txBody>
          <a:bodyPr>
            <a:noAutofit/>
          </a:bodyPr>
          <a:lstStyle/>
          <a:p>
            <a:r>
              <a:rPr lang="en-US" sz="4400">
                <a:highlight>
                  <a:srgbClr val="FAFAFA"/>
                </a:highlight>
                <a:latin typeface="Work Sans"/>
              </a:rPr>
              <a:t>MongoDB Exercises</a:t>
            </a:r>
            <a:endParaRPr lang="en-US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10156520" cy="1655762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l"/>
            <a:r>
              <a:rPr lang="en-US">
                <a:ea typeface="+mn-lt"/>
                <a:cs typeface="+mn-lt"/>
              </a:rPr>
              <a:t>1. Create Operation:</a:t>
            </a:r>
            <a:endParaRPr lang="en-US"/>
          </a:p>
          <a:p>
            <a:pPr algn="l"/>
            <a:r>
              <a:rPr lang="en-US">
                <a:ea typeface="+mn-lt"/>
                <a:cs typeface="+mn-lt"/>
              </a:rPr>
              <a:t>      Create a new database named "library" and switch to it.</a:t>
            </a:r>
            <a:endParaRPr lang="en-US"/>
          </a:p>
          <a:p>
            <a:pPr algn="l"/>
            <a:r>
              <a:rPr lang="en-US" dirty="0">
                <a:ea typeface="+mn-lt"/>
                <a:cs typeface="+mn-lt"/>
              </a:rPr>
              <a:t>      Create a collection named "books" with fields: title, author, and </a:t>
            </a:r>
            <a:r>
              <a:rPr lang="en-US" dirty="0" err="1">
                <a:ea typeface="+mn-lt"/>
                <a:cs typeface="+mn-lt"/>
              </a:rPr>
              <a:t>published_year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algn="l"/>
            <a:r>
              <a:rPr lang="en-US" dirty="0">
                <a:ea typeface="+mn-lt"/>
                <a:cs typeface="+mn-lt"/>
              </a:rPr>
              <a:t>      Insert a document into the "books" collection with the details of your </a:t>
            </a:r>
            <a:r>
              <a:rPr lang="en-US">
                <a:ea typeface="+mn-lt"/>
                <a:cs typeface="+mn-lt"/>
              </a:rPr>
              <a:t>favorite book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0713-ED1C-A558-0DFC-51F5C0A9D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mongosh</a:t>
            </a:r>
          </a:p>
        </p:txBody>
      </p:sp>
      <p:pic>
        <p:nvPicPr>
          <p:cNvPr id="17" name="Content Placeholder 16" descr="A screenshot of a computer screen">
            <a:extLst>
              <a:ext uri="{FF2B5EF4-FFF2-40B4-BE49-F238E27FC236}">
                <a16:creationId xmlns:a16="http://schemas.microsoft.com/office/drawing/2014/main" id="{E3749D2D-5613-6845-5E6F-6D2B93E8C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69" y="1730975"/>
            <a:ext cx="10709752" cy="41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730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DF523-71EE-4E7B-0329-13F54B8D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US" sz="2000">
                <a:latin typeface="Aptos"/>
              </a:rPr>
              <a:t>Create a new database named "library" and switch to it.</a:t>
            </a:r>
          </a:p>
          <a:p>
            <a:pPr>
              <a:spcBef>
                <a:spcPts val="1000"/>
              </a:spcBef>
            </a:pPr>
            <a:r>
              <a:rPr lang="en-US" sz="2000" dirty="0">
                <a:latin typeface="Aptos"/>
              </a:rPr>
              <a:t> Create a collection named "books" with fields: title, author, and </a:t>
            </a:r>
            <a:r>
              <a:rPr lang="en-US" sz="2000" dirty="0" err="1">
                <a:latin typeface="Aptos"/>
              </a:rPr>
              <a:t>published_year</a:t>
            </a:r>
            <a:r>
              <a:rPr lang="en-US" sz="2000" dirty="0">
                <a:latin typeface="Aptos"/>
              </a:rPr>
              <a:t>.</a:t>
            </a:r>
            <a:endParaRPr lang="en-US" dirty="0"/>
          </a:p>
        </p:txBody>
      </p:sp>
      <p:pic>
        <p:nvPicPr>
          <p:cNvPr id="4" name="Content Placeholder 3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EA43436B-B0F5-32D0-B736-23178F679F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69" y="1549851"/>
            <a:ext cx="10521862" cy="492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2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DD74D-7611-7585-0F7A-C2EFD9642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>
                <a:ea typeface="+mj-lt"/>
                <a:cs typeface="+mj-lt"/>
              </a:rPr>
              <a:t>Retrieve all documents from the "books" collection.</a:t>
            </a:r>
            <a:endParaRPr lang="en-US" sz="2000"/>
          </a:p>
          <a:p>
            <a:r>
              <a:rPr lang="en-US" sz="2000">
                <a:ea typeface="+mj-lt"/>
                <a:cs typeface="+mj-lt"/>
              </a:rPr>
              <a:t>   - Find and display only the documents where the author is "J.K. Rowling".</a:t>
            </a:r>
            <a:endParaRPr lang="en-US" sz="2000"/>
          </a:p>
          <a:p>
            <a:r>
              <a:rPr lang="en-US" sz="2000">
                <a:ea typeface="+mj-lt"/>
                <a:cs typeface="+mj-lt"/>
              </a:rPr>
              <a:t>   - Fetch and display the document with the earliest published year.</a:t>
            </a:r>
            <a:endParaRPr lang="en-US" sz="2000"/>
          </a:p>
        </p:txBody>
      </p:sp>
      <p:pic>
        <p:nvPicPr>
          <p:cNvPr id="4" name="Content Placeholder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1ACB103-BFBB-B4D6-5B75-02A6AD63B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6753" y="1693373"/>
            <a:ext cx="4728960" cy="500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95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2106E-2F40-FDFF-F995-8DA75A08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   - Find and display only the documents where the author is "J.K. Rowling".</a:t>
            </a:r>
          </a:p>
          <a:p>
            <a:endParaRPr lang="en-US" dirty="0"/>
          </a:p>
        </p:txBody>
      </p:sp>
      <p:pic>
        <p:nvPicPr>
          <p:cNvPr id="4" name="Content Placeholder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5BAED5A-68CD-15AA-AC77-A30075E49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3397" y="1192338"/>
            <a:ext cx="9738986" cy="17765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CB2EC7-7FE2-3B76-E3CD-D0AC4B404AF3}"/>
              </a:ext>
            </a:extLst>
          </p:cNvPr>
          <p:cNvSpPr txBox="1"/>
          <p:nvPr/>
        </p:nvSpPr>
        <p:spPr>
          <a:xfrm>
            <a:off x="1041874" y="3313176"/>
            <a:ext cx="986875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ptos Display"/>
              </a:rPr>
              <a:t>   - Fetch and display the document with the earliest published year.</a:t>
            </a:r>
          </a:p>
          <a:p>
            <a:pPr algn="l"/>
            <a:endParaRPr lang="en-US" dirty="0"/>
          </a:p>
        </p:txBody>
      </p:sp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C6AF498-A133-36BE-BBF9-DF235E977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14" y="3952875"/>
            <a:ext cx="9857591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42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7B595-E822-DFB0-7F07-3325B776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>
                <a:ea typeface="+mj-lt"/>
                <a:cs typeface="+mj-lt"/>
              </a:rPr>
              <a:t>3</a:t>
            </a:r>
            <a:r>
              <a:rPr lang="en-US" sz="2000">
                <a:ea typeface="+mj-lt"/>
                <a:cs typeface="+mj-lt"/>
              </a:rPr>
              <a:t>. **Update Operation:**</a:t>
            </a:r>
            <a:endParaRPr lang="en-US" sz="2000"/>
          </a:p>
          <a:p>
            <a:r>
              <a:rPr lang="en-US" sz="2000">
                <a:ea typeface="+mj-lt"/>
                <a:cs typeface="+mj-lt"/>
              </a:rPr>
              <a:t>   - Update the published year of the book with the title "The Catcher in the Rye" to the current year.</a:t>
            </a:r>
            <a:endParaRPr lang="en-US" sz="2000"/>
          </a:p>
          <a:p>
            <a:r>
              <a:rPr lang="en-US" sz="2000">
                <a:ea typeface="+mj-lt"/>
                <a:cs typeface="+mj-lt"/>
              </a:rPr>
              <a:t>   - Add a new field "genre" with the value "Mystery" to all documents in the "books" collection.</a:t>
            </a:r>
            <a:endParaRPr lang="en-US" sz="2000"/>
          </a:p>
        </p:txBody>
      </p:sp>
      <p:pic>
        <p:nvPicPr>
          <p:cNvPr id="8" name="Content Placeholder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3DD7327-4E75-78B9-4E6A-57BA08E1F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0767" y="1463502"/>
            <a:ext cx="9979068" cy="1964954"/>
          </a:xfrm>
          <a:prstGeom prst="rect">
            <a:avLst/>
          </a:prstGeom>
        </p:spPr>
      </p:pic>
      <p:pic>
        <p:nvPicPr>
          <p:cNvPr id="9" name="Picture 8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91D70EC-717C-C613-D2E5-2DFE84EE1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854" y="3909491"/>
            <a:ext cx="998089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436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15250-E927-9B1C-4C05-9DF0F7C20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ea typeface="+mj-lt"/>
                <a:cs typeface="+mj-lt"/>
              </a:rPr>
              <a:t>4. **Delete Operation:**</a:t>
            </a:r>
            <a:endParaRPr lang="en-US" sz="2000"/>
          </a:p>
          <a:p>
            <a:r>
              <a:rPr lang="en-US" sz="2000">
                <a:ea typeface="+mj-lt"/>
                <a:cs typeface="+mj-lt"/>
              </a:rPr>
              <a:t>   - Remove the document with the title "1984" from the "books" collection.</a:t>
            </a:r>
            <a:endParaRPr lang="en-US" sz="2000"/>
          </a:p>
          <a:p>
            <a:r>
              <a:rPr lang="en-US" sz="2000" dirty="0">
                <a:ea typeface="+mj-lt"/>
                <a:cs typeface="+mj-lt"/>
              </a:rPr>
              <a:t>   - Delete all documents from the "books" collection where the published year is before 2000.</a:t>
            </a:r>
            <a:endParaRPr lang="en-US" sz="2000"/>
          </a:p>
        </p:txBody>
      </p:sp>
      <p:pic>
        <p:nvPicPr>
          <p:cNvPr id="4" name="Content Placeholder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8213AB0-59D2-BE65-8125-59A0EE7BB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1005" y="1713400"/>
            <a:ext cx="10019385" cy="1277265"/>
          </a:xfrm>
          <a:prstGeom prst="rect">
            <a:avLst/>
          </a:prstGeom>
        </p:spPr>
      </p:pic>
      <p:pic>
        <p:nvPicPr>
          <p:cNvPr id="5" name="Picture 4" descr="A yellow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C926890A-2DB8-BECC-4C7E-810083821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89" y="4235624"/>
            <a:ext cx="10119203" cy="119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52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1BFB2-1AED-0504-3166-F7771B820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>
                <a:ea typeface="+mj-lt"/>
                <a:cs typeface="+mj-lt"/>
              </a:rPr>
              <a:t>5.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sz="2000">
                <a:ea typeface="+mj-lt"/>
                <a:cs typeface="+mj-lt"/>
              </a:rPr>
              <a:t>**Advanced Query:**</a:t>
            </a:r>
            <a:endParaRPr lang="en-US" sz="2000"/>
          </a:p>
          <a:p>
            <a:r>
              <a:rPr lang="en-US" sz="2000">
                <a:ea typeface="+mj-lt"/>
                <a:cs typeface="+mj-lt"/>
              </a:rPr>
              <a:t>   - Find and display the top 3 recently published books from the "books" collection.</a:t>
            </a:r>
            <a:endParaRPr lang="en-US" sz="2000" dirty="0"/>
          </a:p>
        </p:txBody>
      </p:sp>
      <p:pic>
        <p:nvPicPr>
          <p:cNvPr id="4" name="Content Placeholder 3" descr="A computer screen shot of a black screen with white text&#10;&#10;AI-generated content may be incorrect.">
            <a:extLst>
              <a:ext uri="{FF2B5EF4-FFF2-40B4-BE49-F238E27FC236}">
                <a16:creationId xmlns:a16="http://schemas.microsoft.com/office/drawing/2014/main" id="{2B59F47A-39CA-E6B7-4263-A3002790CC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1644" y="1681459"/>
            <a:ext cx="9999945" cy="480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670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CBE5F-5A0D-6C66-CA72-E7385A7F8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   - Retrieve documents from the "books" collection where the title contains the word "MongoDB" or "NoSQL".</a:t>
            </a:r>
          </a:p>
          <a:p>
            <a:endParaRPr lang="en-US" dirty="0"/>
          </a:p>
        </p:txBody>
      </p:sp>
      <p:pic>
        <p:nvPicPr>
          <p:cNvPr id="4" name="Content Placeholder 3" descr="A computer screen shot of a black screen with white text&#10;&#10;AI-generated content may be incorrect.">
            <a:extLst>
              <a:ext uri="{FF2B5EF4-FFF2-40B4-BE49-F238E27FC236}">
                <a16:creationId xmlns:a16="http://schemas.microsoft.com/office/drawing/2014/main" id="{5945B321-2A56-3F43-9681-81BDD03FD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3556" y="1014881"/>
            <a:ext cx="10371025" cy="504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598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4722E5-3F48-C75F-FF9D-3B78E1AB09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69" y="570239"/>
            <a:ext cx="10521863" cy="592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45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B8AFD4-548D-8FF5-B1ED-E6161C6B19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110" y="437185"/>
            <a:ext cx="11106410" cy="613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413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20255C-B58B-EA0D-D34C-137F6F97E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603" y="675670"/>
            <a:ext cx="11283862" cy="586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613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MongoDB Exercises</vt:lpstr>
      <vt:lpstr>mongosh</vt:lpstr>
      <vt:lpstr>Create a new database named "library" and switch to it.  Create a collection named "books" with fields: title, author, and published_year.</vt:lpstr>
      <vt:lpstr>Retrieve all documents from the "books" collection.    - Find and display only the documents where the author is "J.K. Rowling".    - Fetch and display the document with the earliest published year.</vt:lpstr>
      <vt:lpstr>   - Find and display only the documents where the author is "J.K. Rowling". </vt:lpstr>
      <vt:lpstr>3. **Update Operation:**    - Update the published year of the book with the title "The Catcher in the Rye" to the current year.    - Add a new field "genre" with the value "Mystery" to all documents in the "books" collection.</vt:lpstr>
      <vt:lpstr>4. **Delete Operation:**    - Remove the document with the title "1984" from the "books" collection.    - Delete all documents from the "books" collection where the published year is before 2000.</vt:lpstr>
      <vt:lpstr>5. **Advanced Query:**    - Find and display the top 3 recently published books from the "books" collection.</vt:lpstr>
      <vt:lpstr>   - Retrieve documents from the "books" collection where the title contains the word "MongoDB" or "NoSQL".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154</cp:revision>
  <dcterms:created xsi:type="dcterms:W3CDTF">2026-05-02T03:57:28Z</dcterms:created>
  <dcterms:modified xsi:type="dcterms:W3CDTF">2026-05-02T05:52:51Z</dcterms:modified>
</cp:coreProperties>
</file>